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245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 showed that offering a case to several nearby responders at once, first-to-accept, gets a yes inside a minute.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245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245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73736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Every case carries a signed trail — who reported it, what the agent inferred, which responder closed it. Witness reports and agent inferences are HMAC-tagged; a responder's observations are labelled as observations, never as fact.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NGO partner conversations start with this working demo.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2026-08-09T22:41:42Z</dcterms:created>
  <dcterms:modified xsi:type="dcterms:W3CDTF">2026-08-09T22:41:42Z</dcterms:modified>
</cp:coreProperties>
</file>